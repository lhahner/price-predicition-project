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261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710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170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1742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134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204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2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561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810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825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157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4C95A-B435-4F2D-8242-7E7497D0C44B}" type="datetimeFigureOut">
              <a:rPr lang="de-DE" smtClean="0"/>
              <a:t>09.07.2025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2448E-3C5E-48C4-95E6-083363C5BA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60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A48F-1D7C-5DC7-A0A1-F21D97ABFA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Final Presentation Price Prediction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DBEE8-8F93-D26C-84B9-352BF43E8C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Names here</a:t>
            </a:r>
          </a:p>
        </p:txBody>
      </p:sp>
    </p:spTree>
    <p:extLst>
      <p:ext uri="{BB962C8B-B14F-4D97-AF65-F5344CB8AC3E}">
        <p14:creationId xmlns:p14="http://schemas.microsoft.com/office/powerpoint/2010/main" val="1747567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12625-950F-AD21-1F60-8F2C184A5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Selecting a 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83732-A5C9-0537-6D6A-A281AD120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From the Inside Airbnb Dataset</a:t>
            </a:r>
          </a:p>
          <a:p>
            <a:r>
              <a:rPr lang="de-DE" dirty="0"/>
              <a:t>We chose Boston</a:t>
            </a:r>
          </a:p>
          <a:p>
            <a:pPr lvl="1"/>
            <a:r>
              <a:rPr lang="de-DE" dirty="0"/>
              <a:t>Decently sized population</a:t>
            </a:r>
          </a:p>
          <a:p>
            <a:pPr lvl="1"/>
            <a:r>
              <a:rPr lang="de-DE" dirty="0"/>
              <a:t>English Speaking</a:t>
            </a:r>
          </a:p>
          <a:p>
            <a:pPr lvl="2"/>
            <a:r>
              <a:rPr lang="de-DE" dirty="0"/>
              <a:t>Texts</a:t>
            </a:r>
          </a:p>
          <a:p>
            <a:pPr lvl="2"/>
            <a:r>
              <a:rPr lang="de-DE" dirty="0"/>
              <a:t>Reviews</a:t>
            </a:r>
          </a:p>
          <a:p>
            <a:pPr lvl="1"/>
            <a:r>
              <a:rPr lang="de-DE" dirty="0"/>
              <a:t>Tourism Hotspot</a:t>
            </a:r>
          </a:p>
        </p:txBody>
      </p:sp>
      <p:pic>
        <p:nvPicPr>
          <p:cNvPr id="1026" name="Picture 2" descr="Boston City Wallpapers - Top Free Boston City Backgrounds - WallpaperAccess">
            <a:extLst>
              <a:ext uri="{FF2B5EF4-FFF2-40B4-BE49-F238E27FC236}">
                <a16:creationId xmlns:a16="http://schemas.microsoft.com/office/drawing/2014/main" id="{D8C5A15D-4C94-D72A-2F42-32CE2BA32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816" y="1110265"/>
            <a:ext cx="4609031" cy="307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803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401B-6F70-0798-8B98-D66F70341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Cleaning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9942F-3B99-B966-8590-7344EA78A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Conversion to Dataframes</a:t>
            </a:r>
          </a:p>
          <a:p>
            <a:r>
              <a:rPr lang="de-DE" dirty="0"/>
              <a:t>Cleaning the individual Dataframes</a:t>
            </a:r>
          </a:p>
          <a:p>
            <a:pPr lvl="1"/>
            <a:r>
              <a:rPr lang="de-DE" dirty="0"/>
              <a:t>Dropping unnecessary columns</a:t>
            </a:r>
          </a:p>
          <a:p>
            <a:pPr lvl="1"/>
            <a:r>
              <a:rPr lang="de-DE" dirty="0"/>
              <a:t>Dropping rows with important missing values (e.g. price)</a:t>
            </a:r>
          </a:p>
          <a:p>
            <a:pPr lvl="1"/>
            <a:r>
              <a:rPr lang="de-DE" dirty="0"/>
              <a:t>Inserting mean value into missing values (e.g. cleanliness score, etc.)</a:t>
            </a:r>
          </a:p>
          <a:p>
            <a:r>
              <a:rPr lang="de-DE" dirty="0"/>
              <a:t>Normalizing Data</a:t>
            </a:r>
          </a:p>
          <a:p>
            <a:pPr lvl="1"/>
            <a:r>
              <a:rPr lang="de-DE" dirty="0"/>
              <a:t>Z-Score normalization </a:t>
            </a:r>
          </a:p>
          <a:p>
            <a:pPr lvl="2"/>
            <a:r>
              <a:rPr lang="de-DE" dirty="0"/>
              <a:t>Using the sklearn StandardScaler</a:t>
            </a:r>
          </a:p>
        </p:txBody>
      </p:sp>
    </p:spTree>
    <p:extLst>
      <p:ext uri="{BB962C8B-B14F-4D97-AF65-F5344CB8AC3E}">
        <p14:creationId xmlns:p14="http://schemas.microsoft.com/office/powerpoint/2010/main" val="3544415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DD65-E2D2-2007-1D0D-1AA9605A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Cleaning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CAE8E-7F07-B09F-7F47-41AB60A40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Joining of Dataframes</a:t>
            </a:r>
          </a:p>
          <a:p>
            <a:pPr lvl="1"/>
            <a:r>
              <a:rPr lang="de-DE" dirty="0"/>
              <a:t>Resulting cleaned dataframes joined into combined dataframe</a:t>
            </a:r>
          </a:p>
          <a:p>
            <a:pPr lvl="2"/>
            <a:r>
              <a:rPr lang="de-DE" dirty="0"/>
              <a:t>Left join on listing_id</a:t>
            </a:r>
          </a:p>
          <a:p>
            <a:r>
              <a:rPr lang="de-DE" dirty="0"/>
              <a:t>Exporting of Dataframes</a:t>
            </a:r>
          </a:p>
          <a:p>
            <a:pPr lvl="1"/>
            <a:r>
              <a:rPr lang="de-DE" dirty="0"/>
              <a:t>Saved results to csv files for easier future access</a:t>
            </a:r>
          </a:p>
          <a:p>
            <a:pPr lvl="1"/>
            <a:r>
              <a:rPr lang="de-DE" dirty="0"/>
              <a:t>Seperate version of listings.csv saved without object columns</a:t>
            </a:r>
          </a:p>
          <a:p>
            <a:pPr lvl="2"/>
            <a:r>
              <a:rPr lang="de-DE" dirty="0"/>
              <a:t>For Linear Regression and Random Forests</a:t>
            </a:r>
          </a:p>
        </p:txBody>
      </p:sp>
    </p:spTree>
    <p:extLst>
      <p:ext uri="{BB962C8B-B14F-4D97-AF65-F5344CB8AC3E}">
        <p14:creationId xmlns:p14="http://schemas.microsoft.com/office/powerpoint/2010/main" val="4270414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7D85-DE87-C64D-C65B-FDD266540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7238A-651D-4630-D92A-59850BDBE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954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B2B2-DDB2-0157-0ACA-8AC3FB77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3948-40AE-2B0D-D73D-0EE4D6052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77" y="1825625"/>
            <a:ext cx="10515600" cy="4351338"/>
          </a:xfrm>
        </p:spPr>
        <p:txBody>
          <a:bodyPr/>
          <a:lstStyle/>
          <a:p>
            <a:r>
              <a:rPr lang="de-DE" dirty="0"/>
              <a:t>Implemented using scikit-learn</a:t>
            </a:r>
          </a:p>
          <a:p>
            <a:r>
              <a:rPr lang="de-DE" dirty="0"/>
              <a:t>Dataset split into train and test values for </a:t>
            </a:r>
            <a:br>
              <a:rPr lang="de-DE" dirty="0"/>
            </a:br>
            <a:r>
              <a:rPr lang="de-DE" dirty="0"/>
              <a:t>target attribute and data</a:t>
            </a:r>
          </a:p>
          <a:p>
            <a:r>
              <a:rPr lang="de-DE" dirty="0"/>
              <a:t>MSE of 10923 😱 </a:t>
            </a:r>
          </a:p>
          <a:p>
            <a:r>
              <a:rPr lang="de-DE" dirty="0"/>
              <a:t>// this is all just placeholder</a:t>
            </a:r>
          </a:p>
          <a:p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C49526-03E6-902A-F82A-CEF819B37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856" y="725275"/>
            <a:ext cx="4113224" cy="327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50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15F1-21BE-47CC-489D-76BC18CC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9E40C-5C17-C32B-9BA0-EF71CF8CD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6034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545A-BEE9-E620-AEB7-C319BE8C9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0211-6F3E-4ACD-666F-668658C03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805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659FF-B212-A7A9-6E06-05CD1FF7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D0078-705E-BEDE-9FF3-2621B7F78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34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3A98-13BF-E0EC-C2D9-FF53E9F83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99B11-2735-53E7-2AE1-A6C133132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„Hey this model is better than this one and this is probably why...“</a:t>
            </a:r>
          </a:p>
        </p:txBody>
      </p:sp>
    </p:spTree>
    <p:extLst>
      <p:ext uri="{BB962C8B-B14F-4D97-AF65-F5344CB8AC3E}">
        <p14:creationId xmlns:p14="http://schemas.microsoft.com/office/powerpoint/2010/main" val="1090815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0AF68-2920-C1E7-DDF8-A2BDB3E6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4145-13AA-0957-4395-A60EF2A4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What would we do better in the future</a:t>
            </a:r>
          </a:p>
        </p:txBody>
      </p:sp>
    </p:spTree>
    <p:extLst>
      <p:ext uri="{BB962C8B-B14F-4D97-AF65-F5344CB8AC3E}">
        <p14:creationId xmlns:p14="http://schemas.microsoft.com/office/powerpoint/2010/main" val="1243560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184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Final Presentation Price Prediction Project</vt:lpstr>
      <vt:lpstr>Selecting a City</vt:lpstr>
      <vt:lpstr>Cleaning the Data</vt:lpstr>
      <vt:lpstr>Cleaning the Data</vt:lpstr>
      <vt:lpstr>Feature Engineering</vt:lpstr>
      <vt:lpstr>Linear Regression</vt:lpstr>
      <vt:lpstr>Random Forest</vt:lpstr>
      <vt:lpstr>CNN</vt:lpstr>
      <vt:lpstr>Transformers</vt:lpstr>
      <vt:lpstr>Analysis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Thies Jensen</dc:creator>
  <cp:lastModifiedBy>Thies Jensen</cp:lastModifiedBy>
  <cp:revision>2</cp:revision>
  <dcterms:created xsi:type="dcterms:W3CDTF">2025-07-09T12:39:14Z</dcterms:created>
  <dcterms:modified xsi:type="dcterms:W3CDTF">2025-07-09T12:59:32Z</dcterms:modified>
</cp:coreProperties>
</file>